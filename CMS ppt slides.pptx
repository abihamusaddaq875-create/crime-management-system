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69" r:id="rId4"/>
    <p:sldId id="270" r:id="rId5"/>
    <p:sldId id="271" r:id="rId6"/>
    <p:sldId id="272" r:id="rId7"/>
    <p:sldId id="273" r:id="rId8"/>
    <p:sldId id="274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678940" y="506730"/>
            <a:ext cx="8138160" cy="5056505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endParaRPr lang="en-US" sz="2800" b="1"/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84530" y="177165"/>
            <a:ext cx="10772775" cy="6242050"/>
          </a:xfrm>
          <a:prstGeom prst="rect">
            <a:avLst/>
          </a:prstGeom>
          <a:noFill/>
          <a:effectLst>
            <a:reflection stA="22000" endPos="65000" dist="50800" dir="5400000" sy="-100000" algn="bl" rotWithShape="0"/>
          </a:effectLst>
        </p:spPr>
        <p:txBody>
          <a:bodyPr wrap="square" bIns="0" rtlCol="0" anchor="t">
            <a:noAutofit/>
          </a:bodyPr>
          <a:p>
            <a:pPr algn="ctr"/>
            <a:endParaRPr sz="2800">
              <a:solidFill>
                <a:schemeClr val="bg1"/>
              </a:solidFill>
            </a:endParaRPr>
          </a:p>
          <a:p>
            <a:pPr algn="ctr"/>
            <a:r>
              <a:rPr sz="2800" b="1">
                <a:solidFill>
                  <a:schemeClr val="bg1"/>
                </a:solidFill>
                <a:sym typeface="+mn-ea"/>
              </a:rPr>
              <a:t>Crime Management System</a:t>
            </a:r>
            <a:endParaRPr sz="2800" b="1">
              <a:solidFill>
                <a:schemeClr val="bg1"/>
              </a:solidFill>
            </a:endParaRPr>
          </a:p>
          <a:p>
            <a:pPr algn="ctr"/>
            <a:endParaRPr sz="2800">
              <a:solidFill>
                <a:schemeClr val="bg1"/>
              </a:solidFill>
            </a:endParaRPr>
          </a:p>
          <a:p>
            <a:pPr algn="ctr"/>
            <a:endParaRPr sz="2800">
              <a:solidFill>
                <a:schemeClr val="bg1"/>
              </a:solidFill>
            </a:endParaRPr>
          </a:p>
          <a:p>
            <a:pPr indent="0" algn="ctr">
              <a:buFont typeface="Arial" panose="020B0604020202020204"/>
              <a:buNone/>
            </a:pPr>
            <a:r>
              <a:rPr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 Object-Oriented Programming Project</a:t>
            </a:r>
            <a:endParaRPr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r>
              <a:rPr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 Developed in C++ </a:t>
            </a:r>
            <a:endParaRPr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r>
              <a:rPr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 Uses OOP Concepts and File Handling </a:t>
            </a:r>
            <a:endParaRPr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>
              <a:buFont typeface="Arial" panose="020B0604020202020204"/>
              <a:buChar char="•"/>
            </a:pPr>
            <a:endParaRPr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endParaRPr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r>
              <a:rPr lang="en-US"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Proposed By: Abiha Musaddaq &amp; Hamd Amjad</a:t>
            </a:r>
            <a:endParaRPr lang="en-US"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r>
              <a:rPr lang="en-US"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Enrollments: 08 &amp; 26 </a:t>
            </a:r>
            <a:endParaRPr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r>
              <a:rPr lang="en-US"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BSCS-2A </a:t>
            </a:r>
            <a:endParaRPr lang="en-US"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r>
              <a:rPr lang="en-US" sz="2800">
                <a:solidFill>
                  <a:schemeClr val="bg1"/>
                </a:solidFill>
                <a:highlight>
                  <a:srgbClr val="C0C0C0"/>
                </a:highlight>
                <a:sym typeface="+mn-ea"/>
              </a:rPr>
              <a:t>Instructor:  Ms.Zoobia Fatima</a:t>
            </a:r>
            <a:endParaRPr lang="en-US" sz="280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indent="0">
              <a:buFont typeface="Arial" panose="020B0604020202020204"/>
              <a:buNone/>
            </a:pPr>
            <a:endParaRPr lang="en-US" sz="2800">
              <a:solidFill>
                <a:schemeClr val="bg1"/>
              </a:solidFill>
            </a:endParaRPr>
          </a:p>
          <a:p>
            <a:pPr indent="0" algn="ctr">
              <a:buFont typeface="Arial" panose="020B0604020202020204"/>
              <a:buNone/>
            </a:pPr>
            <a:endParaRPr lang="en-US" sz="28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78940" y="506730"/>
            <a:ext cx="8138160" cy="5056505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r>
              <a:rPr lang="en-US" altLang="en-US" sz="2800" b="1"/>
              <a:t>Project Overview</a:t>
            </a:r>
            <a:endParaRPr lang="en-US" altLang="en-US" sz="2800" b="1"/>
          </a:p>
          <a:p>
            <a:pPr indent="0">
              <a:buFont typeface="Arial" panose="020B0604020202020204"/>
              <a:buNone/>
            </a:pPr>
            <a:endParaRPr lang="en-US" altLang="en-US" sz="16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A console-based C++ application used to manage crime records digitally.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Objectives</a:t>
            </a:r>
            <a:endParaRPr lang="en-US" altLang="en-US" sz="2400" b="1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Store crime records efficiently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Reduce manual paperwork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Allow searching, updating, and deleting records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Demonstrate real-world use of OOP concepts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80085" y="307975"/>
            <a:ext cx="8138160" cy="5255260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r>
              <a:rPr lang="en-US" altLang="en-US" sz="2800" b="1"/>
              <a:t>Main Features</a:t>
            </a:r>
            <a:endParaRPr lang="en-US" altLang="en-US" sz="2800" b="1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Add new crime records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View all records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Search by Case ID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Update case information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Delete records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Show statistics (Open/Closed cases)</a:t>
            </a:r>
            <a:endParaRPr lang="en-US" sz="2400"/>
          </a:p>
        </p:txBody>
      </p:sp>
      <p:pic>
        <p:nvPicPr>
          <p:cNvPr id="3" name="Picture 2" descr="output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190" y="1955165"/>
            <a:ext cx="6905625" cy="34493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584835" y="243840"/>
            <a:ext cx="10904220" cy="3799840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r>
              <a:rPr lang="en-US" altLang="en-US" sz="2800" b="1"/>
              <a:t>System Design (Classes Used)</a:t>
            </a:r>
            <a:endParaRPr lang="en-US" altLang="en-US" sz="2800" b="1"/>
          </a:p>
          <a:p>
            <a:pPr indent="0">
              <a:buFont typeface="Arial" panose="020B0604020202020204"/>
              <a:buNone/>
            </a:pPr>
            <a:endParaRPr lang="en-US" altLang="en-US" sz="2400" b="1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Classes</a:t>
            </a:r>
            <a:endParaRPr lang="en-US" altLang="en-US" sz="2400" b="1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CrimeRecord – Stores case information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Officer – Stores officer details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Evidence – Stores evidence information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/>
              <a:t>CrimeSystem – Manages all operations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endParaRPr lang="en-US" sz="2400"/>
          </a:p>
        </p:txBody>
      </p:sp>
      <p:sp>
        <p:nvSpPr>
          <p:cNvPr id="2" name="Text Box 1"/>
          <p:cNvSpPr txBox="1"/>
          <p:nvPr/>
        </p:nvSpPr>
        <p:spPr>
          <a:xfrm>
            <a:off x="6663055" y="1734820"/>
            <a:ext cx="4449445" cy="1830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2400" b="1">
                <a:sym typeface="+mn-ea"/>
              </a:rPr>
              <a:t>Relationship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endParaRPr lang="en-US" altLang="en-US">
              <a:sym typeface="+mn-ea"/>
            </a:endParaRPr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CrimeSystem manages CrimeRecord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CrimeRecord contains Officer and Evidence</a:t>
            </a:r>
            <a:endParaRPr lang="en-US"/>
          </a:p>
        </p:txBody>
      </p:sp>
      <p:pic>
        <p:nvPicPr>
          <p:cNvPr id="27" name="Picture 27" descr="ChatGPT Image May 10, 2026, 11_59_01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215" y="3362960"/>
            <a:ext cx="5034280" cy="3355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78940" y="506730"/>
            <a:ext cx="8138160" cy="5056505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r>
              <a:rPr lang="en-US" altLang="en-US" sz="2800" b="1"/>
              <a:t>OOP Concepts Used</a:t>
            </a:r>
            <a:endParaRPr lang="en-US" altLang="en-US" sz="2800" b="1"/>
          </a:p>
          <a:p>
            <a:pPr indent="0">
              <a:buFont typeface="Arial" panose="020B0604020202020204"/>
              <a:buNone/>
            </a:pPr>
            <a:endParaRPr lang="en-US" altLang="en-US" sz="2400" b="1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Encapsulation</a:t>
            </a:r>
            <a:r>
              <a:rPr lang="en-US" altLang="en-US" sz="2400"/>
              <a:t> – Private data members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Abstraction</a:t>
            </a:r>
            <a:r>
              <a:rPr lang="en-US" altLang="en-US" sz="2400"/>
              <a:t> – Menu-driven interface hides complexity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Composition </a:t>
            </a:r>
            <a:r>
              <a:rPr lang="en-US" altLang="en-US" sz="2400"/>
              <a:t>– CrimeRecord includes Officer and Evidence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Polymorphism</a:t>
            </a:r>
            <a:r>
              <a:rPr lang="en-US" altLang="en-US" sz="2400"/>
              <a:t> – Virtual functions for displaying data</a:t>
            </a:r>
            <a:endParaRPr lang="en-US" altLang="en-US" sz="2400"/>
          </a:p>
          <a:p>
            <a:pPr indent="0">
              <a:buFont typeface="Arial" panose="020B0604020202020204"/>
              <a:buNone/>
            </a:pPr>
            <a:r>
              <a:rPr lang="en-US" altLang="en-US" sz="2400" b="1"/>
              <a:t>File Handling </a:t>
            </a:r>
            <a:r>
              <a:rPr lang="en-US" altLang="en-US" sz="2400"/>
              <a:t>– Saves records permanently in files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543050" y="506730"/>
            <a:ext cx="8274050" cy="1196975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r>
              <a:rPr lang="en-US" altLang="en-US" sz="2800" b="1"/>
              <a:t>Workflow &amp; Future Enhancements</a:t>
            </a:r>
            <a:endParaRPr lang="en-US" altLang="en-US" sz="2800" b="1"/>
          </a:p>
          <a:p>
            <a:pPr indent="0">
              <a:buFont typeface="Arial" panose="020B0604020202020204"/>
              <a:buNone/>
            </a:pPr>
            <a:endParaRPr lang="en-US" altLang="en-US" sz="2400" b="1"/>
          </a:p>
          <a:p>
            <a:pPr indent="0">
              <a:buFont typeface="Arial" panose="020B0604020202020204"/>
              <a:buNone/>
            </a:pPr>
            <a:endParaRPr lang="en-US" sz="2400"/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6660515" y="3318510"/>
            <a:ext cx="4323715" cy="32391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67360" y="1619250"/>
            <a:ext cx="5280660" cy="4480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b="1">
                <a:sym typeface="+mn-ea"/>
              </a:rPr>
              <a:t>Workflow</a:t>
            </a:r>
            <a:endParaRPr lang="en-US" altLang="en-US" b="1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User selects an option from the menu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System processes the request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Data is saved or updated in file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Output is displayed</a:t>
            </a:r>
            <a:endParaRPr lang="en-US" altLang="en-US"/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345555" y="1619885"/>
            <a:ext cx="5734685" cy="1699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b="1">
                <a:sym typeface="+mn-ea"/>
              </a:rPr>
              <a:t>Future Enhancements</a:t>
            </a:r>
            <a:endParaRPr lang="en-US" altLang="en-US" b="1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Login system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GUI using SFML or Qt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Database integration</a:t>
            </a:r>
            <a:endParaRPr lang="en-US" altLang="en-US"/>
          </a:p>
          <a:p>
            <a:pPr indent="0">
              <a:buFont typeface="Arial" panose="020B0604020202020204"/>
              <a:buNone/>
            </a:pPr>
            <a:r>
              <a:rPr lang="en-US" altLang="en-US">
                <a:sym typeface="+mn-ea"/>
              </a:rPr>
              <a:t>Advanced filtering and reports</a:t>
            </a:r>
            <a:endParaRPr lang="en-US" altLang="en-US"/>
          </a:p>
          <a:p>
            <a:endParaRPr lang="en-US"/>
          </a:p>
        </p:txBody>
      </p:sp>
      <p:pic>
        <p:nvPicPr>
          <p:cNvPr id="7" name="Picture 6" descr="outpu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25" y="3318510"/>
            <a:ext cx="4069715" cy="3364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736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678940" y="506730"/>
            <a:ext cx="8138160" cy="5056505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r>
              <a:rPr lang="en-US" altLang="en-US" sz="2800" b="1"/>
              <a:t>Conclusion</a:t>
            </a: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ctr">
              <a:buFont typeface="Arial" panose="020B0604020202020204"/>
              <a:buNone/>
            </a:pPr>
            <a:endParaRPr lang="en-US" altLang="en-US" sz="2800" b="1"/>
          </a:p>
          <a:p>
            <a:pPr indent="0" algn="l">
              <a:buFont typeface="Arial" panose="020B0604020202020204"/>
              <a:buNone/>
            </a:pPr>
            <a:r>
              <a:rPr lang="en-US" altLang="en-US" sz="2400"/>
              <a:t>Successfully implemented a crime record management system</a:t>
            </a:r>
            <a:endParaRPr lang="en-US" altLang="en-US" sz="2400"/>
          </a:p>
          <a:p>
            <a:pPr indent="0" algn="l">
              <a:buFont typeface="Arial" panose="020B0604020202020204"/>
              <a:buNone/>
            </a:pPr>
            <a:r>
              <a:rPr lang="en-US" altLang="en-US" sz="2400"/>
              <a:t>Demonstrated practical use of OOP concepts</a:t>
            </a:r>
            <a:endParaRPr lang="en-US" altLang="en-US" sz="2400"/>
          </a:p>
          <a:p>
            <a:pPr indent="0" algn="l">
              <a:buFont typeface="Arial" panose="020B0604020202020204"/>
              <a:buNone/>
            </a:pPr>
            <a:r>
              <a:rPr lang="en-US" altLang="en-US" sz="2400"/>
              <a:t>Easy to extend and improve</a:t>
            </a:r>
            <a:endParaRPr lang="en-US" altLang="en-US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678940" y="506730"/>
            <a:ext cx="8138160" cy="5056505"/>
          </a:xfrm>
          <a:prstGeom prst="rect">
            <a:avLst/>
          </a:prstGeom>
        </p:spPr>
        <p:txBody>
          <a:bodyPr>
            <a:noAutofit/>
          </a:bodyPr>
          <a:p>
            <a:pPr indent="0" algn="ctr">
              <a:buFont typeface="Arial" panose="020B0604020202020204"/>
              <a:buNone/>
            </a:pPr>
            <a:endParaRPr lang="en-US" sz="2800" b="1"/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635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333625" y="607695"/>
            <a:ext cx="7777480" cy="2435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>
              <a:buFont typeface="Arial" panose="020B0604020202020204"/>
              <a:buNone/>
            </a:pPr>
            <a:endParaRPr lang="en-US" sz="2800" b="1">
              <a:solidFill>
                <a:schemeClr val="bg1"/>
              </a:solidFill>
            </a:endParaRPr>
          </a:p>
          <a:p>
            <a:pPr indent="0" algn="ctr">
              <a:buFont typeface="Arial" panose="020B0604020202020204"/>
              <a:buNone/>
            </a:pPr>
            <a:r>
              <a:rPr lang="en-US" sz="2800" b="1">
                <a:solidFill>
                  <a:schemeClr val="bg1"/>
                </a:solidFill>
                <a:sym typeface="+mn-ea"/>
              </a:rPr>
              <a:t>Thank You !</a:t>
            </a:r>
            <a:endParaRPr lang="en-US" sz="2800" b="1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WPS Presentation</Application>
  <PresentationFormat>Widescreen</PresentationFormat>
  <Paragraphs>83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Digital Technologies</dc:creator>
  <cp:lastModifiedBy>ABIHA MUSADDAQ</cp:lastModifiedBy>
  <cp:revision>10</cp:revision>
  <dcterms:created xsi:type="dcterms:W3CDTF">2025-07-23T00:59:00Z</dcterms:created>
  <dcterms:modified xsi:type="dcterms:W3CDTF">2026-05-10T21:37:26Z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8589AF181B3D4551BB9842E0CE6D1D7A_11</vt:lpwstr>
  </property>
  <property fmtid="{D5CDD505-2E9C-101B-9397-08002B2CF9AE}" pid="3" name="KSOProductBuildVer">
    <vt:lpwstr>1033-12.1.0.25242</vt:lpwstr>
  </property>
</Properties>
</file>